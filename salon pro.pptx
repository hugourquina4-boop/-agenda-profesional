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58" r:id="rId6"/>
    <p:sldId id="264" r:id="rId7"/>
    <p:sldId id="265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08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9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Ilustración de Negocios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y crecimiento empresarial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 analizando datos y métricas de rendimiento para impulsar el crecimiento estratégico.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minimalista · Línea limpia · Estilo corporativo</a:t>
            </a:r>
            <a:endParaRPr lang="en-US" sz="1000" dirty="0"/>
          </a:p>
        </p:txBody>
      </p:sp>
      <p:pic>
        <p:nvPicPr>
          <p:cNvPr id="8" name="Image 0" descr="/agent/turn1/workspace/images/flat-vector-illustration-of-modern-business-concep_2026-05-19T01-01-36_image_DAS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1329"/>
            <a:ext cx="4206240" cy="191222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40080" y="48691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con inteligencia artificial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2C686FFE-6FAA-BE3F-A8E5-5B18C0984FC8}"/>
              </a:ext>
            </a:extLst>
          </p:cNvPr>
          <p:cNvSpPr/>
          <p:nvPr/>
        </p:nvSpPr>
        <p:spPr>
          <a:xfrm>
            <a:off x="2151993" y="1103586"/>
            <a:ext cx="1876097" cy="2766848"/>
          </a:xfrm>
          <a:custGeom>
            <a:avLst/>
            <a:gdLst>
              <a:gd name="csX0" fmla="*/ 0 w 1876097"/>
              <a:gd name="csY0" fmla="*/ 0 h 2766848"/>
              <a:gd name="csX1" fmla="*/ 614855 w 1876097"/>
              <a:gd name="csY1" fmla="*/ 2758966 h 2766848"/>
              <a:gd name="csX2" fmla="*/ 804041 w 1876097"/>
              <a:gd name="csY2" fmla="*/ 2766848 h 2766848"/>
              <a:gd name="csX3" fmla="*/ 283779 w 1876097"/>
              <a:gd name="csY3" fmla="*/ 504497 h 2766848"/>
              <a:gd name="csX4" fmla="*/ 1466193 w 1876097"/>
              <a:gd name="csY4" fmla="*/ 1521373 h 2766848"/>
              <a:gd name="csX5" fmla="*/ 1876097 w 1876097"/>
              <a:gd name="csY5" fmla="*/ 772511 h 2766848"/>
              <a:gd name="csX6" fmla="*/ 1805152 w 1876097"/>
              <a:gd name="csY6" fmla="*/ 512380 h 2766848"/>
              <a:gd name="csX7" fmla="*/ 1411014 w 1876097"/>
              <a:gd name="csY7" fmla="*/ 1237593 h 2766848"/>
              <a:gd name="csX8" fmla="*/ 0 w 1876097"/>
              <a:gd name="csY8" fmla="*/ 0 h 2766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76097" h="2766848">
                <a:moveTo>
                  <a:pt x="0" y="0"/>
                </a:moveTo>
                <a:lnTo>
                  <a:pt x="614855" y="2758966"/>
                </a:lnTo>
                <a:lnTo>
                  <a:pt x="804041" y="2766848"/>
                </a:lnTo>
                <a:lnTo>
                  <a:pt x="283779" y="504497"/>
                </a:lnTo>
                <a:lnTo>
                  <a:pt x="1466193" y="1521373"/>
                </a:lnTo>
                <a:lnTo>
                  <a:pt x="1876097" y="772511"/>
                </a:lnTo>
                <a:lnTo>
                  <a:pt x="1805152" y="512380"/>
                </a:lnTo>
                <a:lnTo>
                  <a:pt x="1411014" y="123759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6C0CA04-2D82-4A1E-2F2A-4FCE23D3619C}"/>
              </a:ext>
            </a:extLst>
          </p:cNvPr>
          <p:cNvSpPr/>
          <p:nvPr/>
        </p:nvSpPr>
        <p:spPr>
          <a:xfrm>
            <a:off x="2743200" y="2121408"/>
            <a:ext cx="1475232" cy="1743456"/>
          </a:xfrm>
          <a:custGeom>
            <a:avLst/>
            <a:gdLst>
              <a:gd name="csX0" fmla="*/ 1335024 w 1475232"/>
              <a:gd name="csY0" fmla="*/ 48768 h 1743456"/>
              <a:gd name="csX1" fmla="*/ 1475232 w 1475232"/>
              <a:gd name="csY1" fmla="*/ 737616 h 1743456"/>
              <a:gd name="csX2" fmla="*/ 1243584 w 1475232"/>
              <a:gd name="csY2" fmla="*/ 1359408 h 1743456"/>
              <a:gd name="csX3" fmla="*/ 1146048 w 1475232"/>
              <a:gd name="csY3" fmla="*/ 1328928 h 1743456"/>
              <a:gd name="csX4" fmla="*/ 1036320 w 1475232"/>
              <a:gd name="csY4" fmla="*/ 1316736 h 1743456"/>
              <a:gd name="csX5" fmla="*/ 920496 w 1475232"/>
              <a:gd name="csY5" fmla="*/ 1335024 h 1743456"/>
              <a:gd name="csX6" fmla="*/ 841248 w 1475232"/>
              <a:gd name="csY6" fmla="*/ 1359408 h 1743456"/>
              <a:gd name="csX7" fmla="*/ 762000 w 1475232"/>
              <a:gd name="csY7" fmla="*/ 1389888 h 1743456"/>
              <a:gd name="csX8" fmla="*/ 664464 w 1475232"/>
              <a:gd name="csY8" fmla="*/ 1456944 h 1743456"/>
              <a:gd name="csX9" fmla="*/ 597408 w 1475232"/>
              <a:gd name="csY9" fmla="*/ 1511808 h 1743456"/>
              <a:gd name="csX10" fmla="*/ 536448 w 1475232"/>
              <a:gd name="csY10" fmla="*/ 1584960 h 1743456"/>
              <a:gd name="csX11" fmla="*/ 505968 w 1475232"/>
              <a:gd name="csY11" fmla="*/ 1658112 h 1743456"/>
              <a:gd name="csX12" fmla="*/ 469392 w 1475232"/>
              <a:gd name="csY12" fmla="*/ 1743456 h 1743456"/>
              <a:gd name="csX13" fmla="*/ 402336 w 1475232"/>
              <a:gd name="csY13" fmla="*/ 1743456 h 1743456"/>
              <a:gd name="csX14" fmla="*/ 0 w 1475232"/>
              <a:gd name="csY14" fmla="*/ 0 h 1743456"/>
              <a:gd name="csX15" fmla="*/ 926592 w 1475232"/>
              <a:gd name="csY15" fmla="*/ 829056 h 1743456"/>
              <a:gd name="csX16" fmla="*/ 1335024 w 1475232"/>
              <a:gd name="csY16" fmla="*/ 48768 h 17434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475232" h="1743456">
                <a:moveTo>
                  <a:pt x="1335024" y="48768"/>
                </a:moveTo>
                <a:lnTo>
                  <a:pt x="1475232" y="737616"/>
                </a:lnTo>
                <a:lnTo>
                  <a:pt x="1243584" y="1359408"/>
                </a:lnTo>
                <a:lnTo>
                  <a:pt x="1146048" y="1328928"/>
                </a:lnTo>
                <a:lnTo>
                  <a:pt x="1036320" y="1316736"/>
                </a:lnTo>
                <a:lnTo>
                  <a:pt x="920496" y="1335024"/>
                </a:lnTo>
                <a:lnTo>
                  <a:pt x="841248" y="1359408"/>
                </a:lnTo>
                <a:lnTo>
                  <a:pt x="762000" y="1389888"/>
                </a:lnTo>
                <a:lnTo>
                  <a:pt x="664464" y="1456944"/>
                </a:lnTo>
                <a:lnTo>
                  <a:pt x="597408" y="1511808"/>
                </a:lnTo>
                <a:lnTo>
                  <a:pt x="536448" y="1584960"/>
                </a:lnTo>
                <a:lnTo>
                  <a:pt x="505968" y="1658112"/>
                </a:lnTo>
                <a:lnTo>
                  <a:pt x="469392" y="1743456"/>
                </a:lnTo>
                <a:lnTo>
                  <a:pt x="402336" y="1743456"/>
                </a:lnTo>
                <a:lnTo>
                  <a:pt x="0" y="0"/>
                </a:lnTo>
                <a:lnTo>
                  <a:pt x="926592" y="829056"/>
                </a:lnTo>
                <a:lnTo>
                  <a:pt x="1335024" y="48768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FEBC387A-BD09-2217-18D1-80AC855A3840}"/>
              </a:ext>
            </a:extLst>
          </p:cNvPr>
          <p:cNvSpPr/>
          <p:nvPr/>
        </p:nvSpPr>
        <p:spPr>
          <a:xfrm>
            <a:off x="2806065" y="4069080"/>
            <a:ext cx="462915" cy="339090"/>
          </a:xfrm>
          <a:custGeom>
            <a:avLst/>
            <a:gdLst>
              <a:gd name="csX0" fmla="*/ 0 w 462915"/>
              <a:gd name="csY0" fmla="*/ 0 h 339090"/>
              <a:gd name="csX1" fmla="*/ 76200 w 462915"/>
              <a:gd name="csY1" fmla="*/ 339090 h 339090"/>
              <a:gd name="csX2" fmla="*/ 462915 w 462915"/>
              <a:gd name="csY2" fmla="*/ 339090 h 339090"/>
              <a:gd name="csX3" fmla="*/ 430530 w 462915"/>
              <a:gd name="csY3" fmla="*/ 291465 h 339090"/>
              <a:gd name="csX4" fmla="*/ 407670 w 462915"/>
              <a:gd name="csY4" fmla="*/ 243840 h 339090"/>
              <a:gd name="csX5" fmla="*/ 394335 w 462915"/>
              <a:gd name="csY5" fmla="*/ 196215 h 339090"/>
              <a:gd name="csX6" fmla="*/ 381000 w 462915"/>
              <a:gd name="csY6" fmla="*/ 161925 h 339090"/>
              <a:gd name="csX7" fmla="*/ 215265 w 462915"/>
              <a:gd name="csY7" fmla="*/ 161925 h 339090"/>
              <a:gd name="csX8" fmla="*/ 180975 w 462915"/>
              <a:gd name="csY8" fmla="*/ 5715 h 339090"/>
              <a:gd name="csX9" fmla="*/ 0 w 462915"/>
              <a:gd name="csY9" fmla="*/ 0 h 339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62915" h="339090">
                <a:moveTo>
                  <a:pt x="0" y="0"/>
                </a:moveTo>
                <a:lnTo>
                  <a:pt x="76200" y="339090"/>
                </a:lnTo>
                <a:lnTo>
                  <a:pt x="462915" y="339090"/>
                </a:lnTo>
                <a:lnTo>
                  <a:pt x="430530" y="291465"/>
                </a:lnTo>
                <a:lnTo>
                  <a:pt x="407670" y="243840"/>
                </a:lnTo>
                <a:lnTo>
                  <a:pt x="394335" y="196215"/>
                </a:lnTo>
                <a:lnTo>
                  <a:pt x="381000" y="161925"/>
                </a:lnTo>
                <a:lnTo>
                  <a:pt x="215265" y="161925"/>
                </a:lnTo>
                <a:lnTo>
                  <a:pt x="180975" y="571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írculo: vacío 9">
            <a:extLst>
              <a:ext uri="{FF2B5EF4-FFF2-40B4-BE49-F238E27FC236}">
                <a16:creationId xmlns:a16="http://schemas.microsoft.com/office/drawing/2014/main" id="{FFCA4125-ABB6-2A9F-B6C3-E1B1AA01AF44}"/>
              </a:ext>
            </a:extLst>
          </p:cNvPr>
          <p:cNvSpPr/>
          <p:nvPr/>
        </p:nvSpPr>
        <p:spPr>
          <a:xfrm>
            <a:off x="3354706" y="3627121"/>
            <a:ext cx="883920" cy="899160"/>
          </a:xfrm>
          <a:prstGeom prst="donut">
            <a:avLst>
              <a:gd name="adj" fmla="val 1695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4F185605-6363-F26D-838C-DC5AECBD760B}"/>
              </a:ext>
            </a:extLst>
          </p:cNvPr>
          <p:cNvSpPr/>
          <p:nvPr/>
        </p:nvSpPr>
        <p:spPr>
          <a:xfrm>
            <a:off x="4318635" y="457200"/>
            <a:ext cx="302895" cy="779145"/>
          </a:xfrm>
          <a:custGeom>
            <a:avLst/>
            <a:gdLst>
              <a:gd name="csX0" fmla="*/ 302895 w 302895"/>
              <a:gd name="csY0" fmla="*/ 0 h 779145"/>
              <a:gd name="csX1" fmla="*/ 0 w 302895"/>
              <a:gd name="csY1" fmla="*/ 558165 h 779145"/>
              <a:gd name="csX2" fmla="*/ 0 w 302895"/>
              <a:gd name="csY2" fmla="*/ 571500 h 779145"/>
              <a:gd name="csX3" fmla="*/ 78105 w 302895"/>
              <a:gd name="csY3" fmla="*/ 779145 h 779145"/>
              <a:gd name="csX4" fmla="*/ 299085 w 302895"/>
              <a:gd name="csY4" fmla="*/ 365760 h 779145"/>
              <a:gd name="csX5" fmla="*/ 302895 w 302895"/>
              <a:gd name="csY5" fmla="*/ 0 h 779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02895" h="779145">
                <a:moveTo>
                  <a:pt x="302895" y="0"/>
                </a:moveTo>
                <a:lnTo>
                  <a:pt x="0" y="558165"/>
                </a:lnTo>
                <a:lnTo>
                  <a:pt x="0" y="571500"/>
                </a:lnTo>
                <a:lnTo>
                  <a:pt x="78105" y="779145"/>
                </a:lnTo>
                <a:lnTo>
                  <a:pt x="299085" y="365760"/>
                </a:lnTo>
                <a:lnTo>
                  <a:pt x="30289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607A56EA-CFC6-109F-B425-3A5CCED6C954}"/>
              </a:ext>
            </a:extLst>
          </p:cNvPr>
          <p:cNvSpPr/>
          <p:nvPr/>
        </p:nvSpPr>
        <p:spPr>
          <a:xfrm>
            <a:off x="4484370" y="1211580"/>
            <a:ext cx="135255" cy="647700"/>
          </a:xfrm>
          <a:custGeom>
            <a:avLst/>
            <a:gdLst>
              <a:gd name="csX0" fmla="*/ 133350 w 135255"/>
              <a:gd name="csY0" fmla="*/ 647700 h 647700"/>
              <a:gd name="csX1" fmla="*/ 135255 w 135255"/>
              <a:gd name="csY1" fmla="*/ 0 h 647700"/>
              <a:gd name="csX2" fmla="*/ 0 w 135255"/>
              <a:gd name="csY2" fmla="*/ 264795 h 647700"/>
              <a:gd name="csX3" fmla="*/ 133350 w 135255"/>
              <a:gd name="csY3" fmla="*/ 64770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5255" h="647700">
                <a:moveTo>
                  <a:pt x="133350" y="647700"/>
                </a:moveTo>
                <a:lnTo>
                  <a:pt x="135255" y="0"/>
                </a:lnTo>
                <a:lnTo>
                  <a:pt x="0" y="264795"/>
                </a:lnTo>
                <a:lnTo>
                  <a:pt x="133350" y="647700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B8081123-FC2D-AD1B-6FA3-2204C8EEFE1E}"/>
              </a:ext>
            </a:extLst>
          </p:cNvPr>
          <p:cNvSpPr/>
          <p:nvPr/>
        </p:nvSpPr>
        <p:spPr>
          <a:xfrm>
            <a:off x="4330065" y="4232910"/>
            <a:ext cx="581025" cy="179070"/>
          </a:xfrm>
          <a:custGeom>
            <a:avLst/>
            <a:gdLst>
              <a:gd name="csX0" fmla="*/ 76200 w 581025"/>
              <a:gd name="csY0" fmla="*/ 0 h 179070"/>
              <a:gd name="csX1" fmla="*/ 501015 w 581025"/>
              <a:gd name="csY1" fmla="*/ 0 h 179070"/>
              <a:gd name="csX2" fmla="*/ 510540 w 581025"/>
              <a:gd name="csY2" fmla="*/ 40005 h 179070"/>
              <a:gd name="csX3" fmla="*/ 525780 w 581025"/>
              <a:gd name="csY3" fmla="*/ 74295 h 179070"/>
              <a:gd name="csX4" fmla="*/ 541020 w 581025"/>
              <a:gd name="csY4" fmla="*/ 114300 h 179070"/>
              <a:gd name="csX5" fmla="*/ 554355 w 581025"/>
              <a:gd name="csY5" fmla="*/ 142875 h 179070"/>
              <a:gd name="csX6" fmla="*/ 581025 w 581025"/>
              <a:gd name="csY6" fmla="*/ 179070 h 179070"/>
              <a:gd name="csX7" fmla="*/ 0 w 581025"/>
              <a:gd name="csY7" fmla="*/ 173355 h 179070"/>
              <a:gd name="csX8" fmla="*/ 20955 w 581025"/>
              <a:gd name="csY8" fmla="*/ 152400 h 179070"/>
              <a:gd name="csX9" fmla="*/ 41910 w 581025"/>
              <a:gd name="csY9" fmla="*/ 118110 h 179070"/>
              <a:gd name="csX10" fmla="*/ 53340 w 581025"/>
              <a:gd name="csY10" fmla="*/ 83820 h 179070"/>
              <a:gd name="csX11" fmla="*/ 76200 w 581025"/>
              <a:gd name="csY11" fmla="*/ 0 h 179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81025" h="179070">
                <a:moveTo>
                  <a:pt x="76200" y="0"/>
                </a:moveTo>
                <a:lnTo>
                  <a:pt x="501015" y="0"/>
                </a:lnTo>
                <a:lnTo>
                  <a:pt x="510540" y="40005"/>
                </a:lnTo>
                <a:lnTo>
                  <a:pt x="525780" y="74295"/>
                </a:lnTo>
                <a:lnTo>
                  <a:pt x="541020" y="114300"/>
                </a:lnTo>
                <a:lnTo>
                  <a:pt x="554355" y="142875"/>
                </a:lnTo>
                <a:lnTo>
                  <a:pt x="581025" y="179070"/>
                </a:lnTo>
                <a:lnTo>
                  <a:pt x="0" y="173355"/>
                </a:lnTo>
                <a:lnTo>
                  <a:pt x="20955" y="152400"/>
                </a:lnTo>
                <a:lnTo>
                  <a:pt x="41910" y="118110"/>
                </a:lnTo>
                <a:lnTo>
                  <a:pt x="53340" y="83820"/>
                </a:lnTo>
                <a:lnTo>
                  <a:pt x="7620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34DE3407-13BF-A408-72CE-5797BA3EA38F}"/>
              </a:ext>
            </a:extLst>
          </p:cNvPr>
          <p:cNvSpPr/>
          <p:nvPr/>
        </p:nvSpPr>
        <p:spPr>
          <a:xfrm flipH="1">
            <a:off x="5205531" y="1098016"/>
            <a:ext cx="1876097" cy="2766848"/>
          </a:xfrm>
          <a:custGeom>
            <a:avLst/>
            <a:gdLst>
              <a:gd name="csX0" fmla="*/ 0 w 1876097"/>
              <a:gd name="csY0" fmla="*/ 0 h 2766848"/>
              <a:gd name="csX1" fmla="*/ 614855 w 1876097"/>
              <a:gd name="csY1" fmla="*/ 2758966 h 2766848"/>
              <a:gd name="csX2" fmla="*/ 804041 w 1876097"/>
              <a:gd name="csY2" fmla="*/ 2766848 h 2766848"/>
              <a:gd name="csX3" fmla="*/ 283779 w 1876097"/>
              <a:gd name="csY3" fmla="*/ 504497 h 2766848"/>
              <a:gd name="csX4" fmla="*/ 1466193 w 1876097"/>
              <a:gd name="csY4" fmla="*/ 1521373 h 2766848"/>
              <a:gd name="csX5" fmla="*/ 1876097 w 1876097"/>
              <a:gd name="csY5" fmla="*/ 772511 h 2766848"/>
              <a:gd name="csX6" fmla="*/ 1805152 w 1876097"/>
              <a:gd name="csY6" fmla="*/ 512380 h 2766848"/>
              <a:gd name="csX7" fmla="*/ 1411014 w 1876097"/>
              <a:gd name="csY7" fmla="*/ 1237593 h 2766848"/>
              <a:gd name="csX8" fmla="*/ 0 w 1876097"/>
              <a:gd name="csY8" fmla="*/ 0 h 2766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76097" h="2766848">
                <a:moveTo>
                  <a:pt x="0" y="0"/>
                </a:moveTo>
                <a:lnTo>
                  <a:pt x="614855" y="2758966"/>
                </a:lnTo>
                <a:lnTo>
                  <a:pt x="804041" y="2766848"/>
                </a:lnTo>
                <a:lnTo>
                  <a:pt x="283779" y="504497"/>
                </a:lnTo>
                <a:lnTo>
                  <a:pt x="1466193" y="1521373"/>
                </a:lnTo>
                <a:lnTo>
                  <a:pt x="1876097" y="772511"/>
                </a:lnTo>
                <a:lnTo>
                  <a:pt x="1805152" y="512380"/>
                </a:lnTo>
                <a:lnTo>
                  <a:pt x="1411014" y="123759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3E2C3DA5-8CEB-7AF9-7B4F-414EA6120C3C}"/>
              </a:ext>
            </a:extLst>
          </p:cNvPr>
          <p:cNvSpPr/>
          <p:nvPr/>
        </p:nvSpPr>
        <p:spPr>
          <a:xfrm flipH="1">
            <a:off x="5966414" y="4069080"/>
            <a:ext cx="462915" cy="339090"/>
          </a:xfrm>
          <a:custGeom>
            <a:avLst/>
            <a:gdLst>
              <a:gd name="csX0" fmla="*/ 0 w 462915"/>
              <a:gd name="csY0" fmla="*/ 0 h 339090"/>
              <a:gd name="csX1" fmla="*/ 76200 w 462915"/>
              <a:gd name="csY1" fmla="*/ 339090 h 339090"/>
              <a:gd name="csX2" fmla="*/ 462915 w 462915"/>
              <a:gd name="csY2" fmla="*/ 339090 h 339090"/>
              <a:gd name="csX3" fmla="*/ 430530 w 462915"/>
              <a:gd name="csY3" fmla="*/ 291465 h 339090"/>
              <a:gd name="csX4" fmla="*/ 407670 w 462915"/>
              <a:gd name="csY4" fmla="*/ 243840 h 339090"/>
              <a:gd name="csX5" fmla="*/ 394335 w 462915"/>
              <a:gd name="csY5" fmla="*/ 196215 h 339090"/>
              <a:gd name="csX6" fmla="*/ 381000 w 462915"/>
              <a:gd name="csY6" fmla="*/ 161925 h 339090"/>
              <a:gd name="csX7" fmla="*/ 215265 w 462915"/>
              <a:gd name="csY7" fmla="*/ 161925 h 339090"/>
              <a:gd name="csX8" fmla="*/ 180975 w 462915"/>
              <a:gd name="csY8" fmla="*/ 5715 h 339090"/>
              <a:gd name="csX9" fmla="*/ 0 w 462915"/>
              <a:gd name="csY9" fmla="*/ 0 h 339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62915" h="339090">
                <a:moveTo>
                  <a:pt x="0" y="0"/>
                </a:moveTo>
                <a:lnTo>
                  <a:pt x="76200" y="339090"/>
                </a:lnTo>
                <a:lnTo>
                  <a:pt x="462915" y="339090"/>
                </a:lnTo>
                <a:lnTo>
                  <a:pt x="430530" y="291465"/>
                </a:lnTo>
                <a:lnTo>
                  <a:pt x="407670" y="243840"/>
                </a:lnTo>
                <a:lnTo>
                  <a:pt x="394335" y="196215"/>
                </a:lnTo>
                <a:lnTo>
                  <a:pt x="381000" y="161925"/>
                </a:lnTo>
                <a:lnTo>
                  <a:pt x="215265" y="161925"/>
                </a:lnTo>
                <a:lnTo>
                  <a:pt x="180975" y="5715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04C42490-3D9C-7CA0-DE77-DA7E1AFA9C43}"/>
              </a:ext>
            </a:extLst>
          </p:cNvPr>
          <p:cNvSpPr/>
          <p:nvPr/>
        </p:nvSpPr>
        <p:spPr>
          <a:xfrm flipH="1">
            <a:off x="4625721" y="457200"/>
            <a:ext cx="302895" cy="779145"/>
          </a:xfrm>
          <a:custGeom>
            <a:avLst/>
            <a:gdLst>
              <a:gd name="csX0" fmla="*/ 302895 w 302895"/>
              <a:gd name="csY0" fmla="*/ 0 h 779145"/>
              <a:gd name="csX1" fmla="*/ 0 w 302895"/>
              <a:gd name="csY1" fmla="*/ 558165 h 779145"/>
              <a:gd name="csX2" fmla="*/ 0 w 302895"/>
              <a:gd name="csY2" fmla="*/ 571500 h 779145"/>
              <a:gd name="csX3" fmla="*/ 78105 w 302895"/>
              <a:gd name="csY3" fmla="*/ 779145 h 779145"/>
              <a:gd name="csX4" fmla="*/ 299085 w 302895"/>
              <a:gd name="csY4" fmla="*/ 365760 h 779145"/>
              <a:gd name="csX5" fmla="*/ 302895 w 302895"/>
              <a:gd name="csY5" fmla="*/ 0 h 7791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02895" h="779145">
                <a:moveTo>
                  <a:pt x="302895" y="0"/>
                </a:moveTo>
                <a:lnTo>
                  <a:pt x="0" y="558165"/>
                </a:lnTo>
                <a:lnTo>
                  <a:pt x="0" y="571500"/>
                </a:lnTo>
                <a:lnTo>
                  <a:pt x="78105" y="779145"/>
                </a:lnTo>
                <a:lnTo>
                  <a:pt x="299085" y="365760"/>
                </a:lnTo>
                <a:lnTo>
                  <a:pt x="302895" y="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472F0A61-229A-88D4-C36D-C44F92B23EAE}"/>
              </a:ext>
            </a:extLst>
          </p:cNvPr>
          <p:cNvSpPr/>
          <p:nvPr/>
        </p:nvSpPr>
        <p:spPr>
          <a:xfrm flipH="1">
            <a:off x="4623816" y="1211580"/>
            <a:ext cx="135255" cy="647700"/>
          </a:xfrm>
          <a:custGeom>
            <a:avLst/>
            <a:gdLst>
              <a:gd name="csX0" fmla="*/ 133350 w 135255"/>
              <a:gd name="csY0" fmla="*/ 647700 h 647700"/>
              <a:gd name="csX1" fmla="*/ 135255 w 135255"/>
              <a:gd name="csY1" fmla="*/ 0 h 647700"/>
              <a:gd name="csX2" fmla="*/ 0 w 135255"/>
              <a:gd name="csY2" fmla="*/ 264795 h 647700"/>
              <a:gd name="csX3" fmla="*/ 133350 w 135255"/>
              <a:gd name="csY3" fmla="*/ 647700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5255" h="647700">
                <a:moveTo>
                  <a:pt x="133350" y="647700"/>
                </a:moveTo>
                <a:lnTo>
                  <a:pt x="135255" y="0"/>
                </a:lnTo>
                <a:lnTo>
                  <a:pt x="0" y="264795"/>
                </a:lnTo>
                <a:lnTo>
                  <a:pt x="133350" y="647700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87BDD331-9224-BA7A-05ED-02027DC49EC0}"/>
              </a:ext>
            </a:extLst>
          </p:cNvPr>
          <p:cNvSpPr/>
          <p:nvPr/>
        </p:nvSpPr>
        <p:spPr>
          <a:xfrm flipH="1">
            <a:off x="5015189" y="2121408"/>
            <a:ext cx="1475232" cy="1743456"/>
          </a:xfrm>
          <a:custGeom>
            <a:avLst/>
            <a:gdLst>
              <a:gd name="csX0" fmla="*/ 1335024 w 1475232"/>
              <a:gd name="csY0" fmla="*/ 48768 h 1743456"/>
              <a:gd name="csX1" fmla="*/ 1475232 w 1475232"/>
              <a:gd name="csY1" fmla="*/ 737616 h 1743456"/>
              <a:gd name="csX2" fmla="*/ 1243584 w 1475232"/>
              <a:gd name="csY2" fmla="*/ 1359408 h 1743456"/>
              <a:gd name="csX3" fmla="*/ 1146048 w 1475232"/>
              <a:gd name="csY3" fmla="*/ 1328928 h 1743456"/>
              <a:gd name="csX4" fmla="*/ 1036320 w 1475232"/>
              <a:gd name="csY4" fmla="*/ 1316736 h 1743456"/>
              <a:gd name="csX5" fmla="*/ 920496 w 1475232"/>
              <a:gd name="csY5" fmla="*/ 1335024 h 1743456"/>
              <a:gd name="csX6" fmla="*/ 841248 w 1475232"/>
              <a:gd name="csY6" fmla="*/ 1359408 h 1743456"/>
              <a:gd name="csX7" fmla="*/ 762000 w 1475232"/>
              <a:gd name="csY7" fmla="*/ 1389888 h 1743456"/>
              <a:gd name="csX8" fmla="*/ 664464 w 1475232"/>
              <a:gd name="csY8" fmla="*/ 1456944 h 1743456"/>
              <a:gd name="csX9" fmla="*/ 597408 w 1475232"/>
              <a:gd name="csY9" fmla="*/ 1511808 h 1743456"/>
              <a:gd name="csX10" fmla="*/ 536448 w 1475232"/>
              <a:gd name="csY10" fmla="*/ 1584960 h 1743456"/>
              <a:gd name="csX11" fmla="*/ 505968 w 1475232"/>
              <a:gd name="csY11" fmla="*/ 1658112 h 1743456"/>
              <a:gd name="csX12" fmla="*/ 469392 w 1475232"/>
              <a:gd name="csY12" fmla="*/ 1743456 h 1743456"/>
              <a:gd name="csX13" fmla="*/ 402336 w 1475232"/>
              <a:gd name="csY13" fmla="*/ 1743456 h 1743456"/>
              <a:gd name="csX14" fmla="*/ 0 w 1475232"/>
              <a:gd name="csY14" fmla="*/ 0 h 1743456"/>
              <a:gd name="csX15" fmla="*/ 926592 w 1475232"/>
              <a:gd name="csY15" fmla="*/ 829056 h 1743456"/>
              <a:gd name="csX16" fmla="*/ 1335024 w 1475232"/>
              <a:gd name="csY16" fmla="*/ 48768 h 17434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475232" h="1743456">
                <a:moveTo>
                  <a:pt x="1335024" y="48768"/>
                </a:moveTo>
                <a:lnTo>
                  <a:pt x="1475232" y="737616"/>
                </a:lnTo>
                <a:lnTo>
                  <a:pt x="1243584" y="1359408"/>
                </a:lnTo>
                <a:lnTo>
                  <a:pt x="1146048" y="1328928"/>
                </a:lnTo>
                <a:lnTo>
                  <a:pt x="1036320" y="1316736"/>
                </a:lnTo>
                <a:lnTo>
                  <a:pt x="920496" y="1335024"/>
                </a:lnTo>
                <a:lnTo>
                  <a:pt x="841248" y="1359408"/>
                </a:lnTo>
                <a:lnTo>
                  <a:pt x="762000" y="1389888"/>
                </a:lnTo>
                <a:lnTo>
                  <a:pt x="664464" y="1456944"/>
                </a:lnTo>
                <a:lnTo>
                  <a:pt x="597408" y="1511808"/>
                </a:lnTo>
                <a:lnTo>
                  <a:pt x="536448" y="1584960"/>
                </a:lnTo>
                <a:lnTo>
                  <a:pt x="505968" y="1658112"/>
                </a:lnTo>
                <a:lnTo>
                  <a:pt x="469392" y="1743456"/>
                </a:lnTo>
                <a:lnTo>
                  <a:pt x="402336" y="1743456"/>
                </a:lnTo>
                <a:lnTo>
                  <a:pt x="0" y="0"/>
                </a:lnTo>
                <a:lnTo>
                  <a:pt x="926592" y="829056"/>
                </a:lnTo>
                <a:lnTo>
                  <a:pt x="1335024" y="48768"/>
                </a:ln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65558FE1-5F27-4BC9-33D0-402C531E0406}"/>
              </a:ext>
            </a:extLst>
          </p:cNvPr>
          <p:cNvSpPr/>
          <p:nvPr/>
        </p:nvSpPr>
        <p:spPr>
          <a:xfrm>
            <a:off x="4086225" y="2969895"/>
            <a:ext cx="472440" cy="929640"/>
          </a:xfrm>
          <a:custGeom>
            <a:avLst/>
            <a:gdLst>
              <a:gd name="csX0" fmla="*/ 0 w 472440"/>
              <a:gd name="csY0" fmla="*/ 765810 h 929640"/>
              <a:gd name="csX1" fmla="*/ 51435 w 472440"/>
              <a:gd name="csY1" fmla="*/ 664845 h 929640"/>
              <a:gd name="csX2" fmla="*/ 91440 w 472440"/>
              <a:gd name="csY2" fmla="*/ 554355 h 929640"/>
              <a:gd name="csX3" fmla="*/ 291465 w 472440"/>
              <a:gd name="csY3" fmla="*/ 0 h 929640"/>
              <a:gd name="csX4" fmla="*/ 350520 w 472440"/>
              <a:gd name="csY4" fmla="*/ 207645 h 929640"/>
              <a:gd name="csX5" fmla="*/ 472440 w 472440"/>
              <a:gd name="csY5" fmla="*/ 289560 h 929640"/>
              <a:gd name="csX6" fmla="*/ 318135 w 472440"/>
              <a:gd name="csY6" fmla="*/ 365760 h 929640"/>
              <a:gd name="csX7" fmla="*/ 120015 w 472440"/>
              <a:gd name="csY7" fmla="*/ 870585 h 929640"/>
              <a:gd name="csX8" fmla="*/ 116205 w 472440"/>
              <a:gd name="csY8" fmla="*/ 929640 h 929640"/>
              <a:gd name="csX9" fmla="*/ 0 w 472440"/>
              <a:gd name="csY9" fmla="*/ 765810 h 9296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72440" h="929640">
                <a:moveTo>
                  <a:pt x="0" y="765810"/>
                </a:moveTo>
                <a:lnTo>
                  <a:pt x="51435" y="664845"/>
                </a:lnTo>
                <a:lnTo>
                  <a:pt x="91440" y="554355"/>
                </a:lnTo>
                <a:lnTo>
                  <a:pt x="291465" y="0"/>
                </a:lnTo>
                <a:lnTo>
                  <a:pt x="350520" y="207645"/>
                </a:lnTo>
                <a:lnTo>
                  <a:pt x="472440" y="289560"/>
                </a:lnTo>
                <a:lnTo>
                  <a:pt x="318135" y="365760"/>
                </a:lnTo>
                <a:lnTo>
                  <a:pt x="120015" y="870585"/>
                </a:lnTo>
                <a:lnTo>
                  <a:pt x="116205" y="929640"/>
                </a:lnTo>
                <a:lnTo>
                  <a:pt x="0" y="765810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F3BC4598-6A5A-AC53-3589-59EE916BF4F3}"/>
              </a:ext>
            </a:extLst>
          </p:cNvPr>
          <p:cNvSpPr/>
          <p:nvPr/>
        </p:nvSpPr>
        <p:spPr>
          <a:xfrm>
            <a:off x="4084320" y="956310"/>
            <a:ext cx="613410" cy="2164080"/>
          </a:xfrm>
          <a:custGeom>
            <a:avLst/>
            <a:gdLst>
              <a:gd name="csX0" fmla="*/ 11430 w 613410"/>
              <a:gd name="csY0" fmla="*/ 0 h 2164080"/>
              <a:gd name="csX1" fmla="*/ 613410 w 613410"/>
              <a:gd name="csY1" fmla="*/ 1619250 h 2164080"/>
              <a:gd name="csX2" fmla="*/ 415290 w 613410"/>
              <a:gd name="csY2" fmla="*/ 2164080 h 2164080"/>
              <a:gd name="csX3" fmla="*/ 190500 w 613410"/>
              <a:gd name="csY3" fmla="*/ 1196340 h 2164080"/>
              <a:gd name="csX4" fmla="*/ 80010 w 613410"/>
              <a:gd name="csY4" fmla="*/ 681990 h 2164080"/>
              <a:gd name="csX5" fmla="*/ 26670 w 613410"/>
              <a:gd name="csY5" fmla="*/ 419100 h 2164080"/>
              <a:gd name="csX6" fmla="*/ 7620 w 613410"/>
              <a:gd name="csY6" fmla="*/ 266700 h 2164080"/>
              <a:gd name="csX7" fmla="*/ 0 w 613410"/>
              <a:gd name="csY7" fmla="*/ 129540 h 2164080"/>
              <a:gd name="csX8" fmla="*/ 11430 w 613410"/>
              <a:gd name="csY8" fmla="*/ 0 h 2164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13410" h="2164080">
                <a:moveTo>
                  <a:pt x="11430" y="0"/>
                </a:moveTo>
                <a:lnTo>
                  <a:pt x="613410" y="1619250"/>
                </a:lnTo>
                <a:lnTo>
                  <a:pt x="415290" y="2164080"/>
                </a:lnTo>
                <a:lnTo>
                  <a:pt x="190500" y="1196340"/>
                </a:lnTo>
                <a:lnTo>
                  <a:pt x="80010" y="681990"/>
                </a:lnTo>
                <a:lnTo>
                  <a:pt x="26670" y="419100"/>
                </a:lnTo>
                <a:lnTo>
                  <a:pt x="7620" y="266700"/>
                </a:lnTo>
                <a:lnTo>
                  <a:pt x="0" y="129540"/>
                </a:lnTo>
                <a:lnTo>
                  <a:pt x="11430" y="0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írculo: vacío 21">
            <a:extLst>
              <a:ext uri="{FF2B5EF4-FFF2-40B4-BE49-F238E27FC236}">
                <a16:creationId xmlns:a16="http://schemas.microsoft.com/office/drawing/2014/main" id="{590B82D7-8736-B50C-DD97-3F482210D8F1}"/>
              </a:ext>
            </a:extLst>
          </p:cNvPr>
          <p:cNvSpPr/>
          <p:nvPr/>
        </p:nvSpPr>
        <p:spPr>
          <a:xfrm>
            <a:off x="4989106" y="3627121"/>
            <a:ext cx="883920" cy="899160"/>
          </a:xfrm>
          <a:prstGeom prst="donut">
            <a:avLst>
              <a:gd name="adj" fmla="val 1695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BA10E559-B5D6-0B09-E53F-FB8AC31797FE}"/>
              </a:ext>
            </a:extLst>
          </p:cNvPr>
          <p:cNvSpPr/>
          <p:nvPr/>
        </p:nvSpPr>
        <p:spPr>
          <a:xfrm>
            <a:off x="5501640" y="4446270"/>
            <a:ext cx="483870" cy="400050"/>
          </a:xfrm>
          <a:custGeom>
            <a:avLst/>
            <a:gdLst>
              <a:gd name="csX0" fmla="*/ 0 w 483870"/>
              <a:gd name="csY0" fmla="*/ 76200 h 400050"/>
              <a:gd name="csX1" fmla="*/ 41910 w 483870"/>
              <a:gd name="csY1" fmla="*/ 91440 h 400050"/>
              <a:gd name="csX2" fmla="*/ 68580 w 483870"/>
              <a:gd name="csY2" fmla="*/ 144780 h 400050"/>
              <a:gd name="csX3" fmla="*/ 102870 w 483870"/>
              <a:gd name="csY3" fmla="*/ 205740 h 400050"/>
              <a:gd name="csX4" fmla="*/ 148590 w 483870"/>
              <a:gd name="csY4" fmla="*/ 262890 h 400050"/>
              <a:gd name="csX5" fmla="*/ 217170 w 483870"/>
              <a:gd name="csY5" fmla="*/ 323850 h 400050"/>
              <a:gd name="csX6" fmla="*/ 297180 w 483870"/>
              <a:gd name="csY6" fmla="*/ 365760 h 400050"/>
              <a:gd name="csX7" fmla="*/ 396240 w 483870"/>
              <a:gd name="csY7" fmla="*/ 392430 h 400050"/>
              <a:gd name="csX8" fmla="*/ 483870 w 483870"/>
              <a:gd name="csY8" fmla="*/ 400050 h 400050"/>
              <a:gd name="csX9" fmla="*/ 480060 w 483870"/>
              <a:gd name="csY9" fmla="*/ 259080 h 400050"/>
              <a:gd name="csX10" fmla="*/ 419100 w 483870"/>
              <a:gd name="csY10" fmla="*/ 251460 h 400050"/>
              <a:gd name="csX11" fmla="*/ 323850 w 483870"/>
              <a:gd name="csY11" fmla="*/ 209550 h 400050"/>
              <a:gd name="csX12" fmla="*/ 278130 w 483870"/>
              <a:gd name="csY12" fmla="*/ 171450 h 400050"/>
              <a:gd name="csX13" fmla="*/ 228600 w 483870"/>
              <a:gd name="csY13" fmla="*/ 121920 h 400050"/>
              <a:gd name="csX14" fmla="*/ 190500 w 483870"/>
              <a:gd name="csY14" fmla="*/ 57150 h 400050"/>
              <a:gd name="csX15" fmla="*/ 190500 w 483870"/>
              <a:gd name="csY15" fmla="*/ 45720 h 400050"/>
              <a:gd name="csX16" fmla="*/ 190500 w 483870"/>
              <a:gd name="csY16" fmla="*/ 0 h 400050"/>
              <a:gd name="csX17" fmla="*/ 0 w 483870"/>
              <a:gd name="csY17" fmla="*/ 76200 h 400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83870" h="400050">
                <a:moveTo>
                  <a:pt x="0" y="76200"/>
                </a:moveTo>
                <a:lnTo>
                  <a:pt x="41910" y="91440"/>
                </a:lnTo>
                <a:lnTo>
                  <a:pt x="68580" y="144780"/>
                </a:lnTo>
                <a:lnTo>
                  <a:pt x="102870" y="205740"/>
                </a:lnTo>
                <a:lnTo>
                  <a:pt x="148590" y="262890"/>
                </a:lnTo>
                <a:lnTo>
                  <a:pt x="217170" y="323850"/>
                </a:lnTo>
                <a:lnTo>
                  <a:pt x="297180" y="365760"/>
                </a:lnTo>
                <a:lnTo>
                  <a:pt x="396240" y="392430"/>
                </a:lnTo>
                <a:lnTo>
                  <a:pt x="483870" y="400050"/>
                </a:lnTo>
                <a:lnTo>
                  <a:pt x="480060" y="259080"/>
                </a:lnTo>
                <a:lnTo>
                  <a:pt x="419100" y="251460"/>
                </a:lnTo>
                <a:lnTo>
                  <a:pt x="323850" y="209550"/>
                </a:lnTo>
                <a:lnTo>
                  <a:pt x="278130" y="171450"/>
                </a:lnTo>
                <a:lnTo>
                  <a:pt x="228600" y="121920"/>
                </a:lnTo>
                <a:lnTo>
                  <a:pt x="190500" y="57150"/>
                </a:lnTo>
                <a:lnTo>
                  <a:pt x="190500" y="45720"/>
                </a:lnTo>
                <a:lnTo>
                  <a:pt x="190500" y="0"/>
                </a:lnTo>
                <a:lnTo>
                  <a:pt x="0" y="762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656BAE12-F81B-C4EE-B4F9-6007688BCB8A}"/>
              </a:ext>
            </a:extLst>
          </p:cNvPr>
          <p:cNvSpPr/>
          <p:nvPr/>
        </p:nvSpPr>
        <p:spPr>
          <a:xfrm>
            <a:off x="4507230" y="2586990"/>
            <a:ext cx="697230" cy="1287780"/>
          </a:xfrm>
          <a:custGeom>
            <a:avLst/>
            <a:gdLst>
              <a:gd name="csX0" fmla="*/ 697230 w 697230"/>
              <a:gd name="csY0" fmla="*/ 1116330 h 1287780"/>
              <a:gd name="csX1" fmla="*/ 636270 w 697230"/>
              <a:gd name="csY1" fmla="*/ 1120140 h 1287780"/>
              <a:gd name="csX2" fmla="*/ 613410 w 697230"/>
              <a:gd name="csY2" fmla="*/ 1104900 h 1287780"/>
              <a:gd name="csX3" fmla="*/ 194310 w 697230"/>
              <a:gd name="csY3" fmla="*/ 0 h 1287780"/>
              <a:gd name="csX4" fmla="*/ 0 w 697230"/>
              <a:gd name="csY4" fmla="*/ 544830 h 1287780"/>
              <a:gd name="csX5" fmla="*/ 327660 w 697230"/>
              <a:gd name="csY5" fmla="*/ 762000 h 1287780"/>
              <a:gd name="csX6" fmla="*/ 525780 w 697230"/>
              <a:gd name="csY6" fmla="*/ 1287780 h 1287780"/>
              <a:gd name="csX7" fmla="*/ 697230 w 697230"/>
              <a:gd name="csY7" fmla="*/ 1116330 h 1287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97230" h="1287780">
                <a:moveTo>
                  <a:pt x="697230" y="1116330"/>
                </a:moveTo>
                <a:lnTo>
                  <a:pt x="636270" y="1120140"/>
                </a:lnTo>
                <a:lnTo>
                  <a:pt x="613410" y="1104900"/>
                </a:lnTo>
                <a:lnTo>
                  <a:pt x="194310" y="0"/>
                </a:lnTo>
                <a:lnTo>
                  <a:pt x="0" y="544830"/>
                </a:lnTo>
                <a:lnTo>
                  <a:pt x="327660" y="762000"/>
                </a:lnTo>
                <a:lnTo>
                  <a:pt x="525780" y="1287780"/>
                </a:lnTo>
                <a:lnTo>
                  <a:pt x="697230" y="111633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32FEB2D-7665-44CB-07A1-C419492CAF0B}"/>
              </a:ext>
            </a:extLst>
          </p:cNvPr>
          <p:cNvSpPr/>
          <p:nvPr/>
        </p:nvSpPr>
        <p:spPr>
          <a:xfrm>
            <a:off x="4536757" y="2788920"/>
            <a:ext cx="135255" cy="12954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orma libre: forma 25">
            <a:extLst>
              <a:ext uri="{FF2B5EF4-FFF2-40B4-BE49-F238E27FC236}">
                <a16:creationId xmlns:a16="http://schemas.microsoft.com/office/drawing/2014/main" id="{4FEF3FBF-F3EA-B430-5AF2-0C77B0D6966E}"/>
              </a:ext>
            </a:extLst>
          </p:cNvPr>
          <p:cNvSpPr/>
          <p:nvPr/>
        </p:nvSpPr>
        <p:spPr>
          <a:xfrm>
            <a:off x="4659630" y="960120"/>
            <a:ext cx="502920" cy="1737360"/>
          </a:xfrm>
          <a:custGeom>
            <a:avLst/>
            <a:gdLst>
              <a:gd name="csX0" fmla="*/ 175260 w 502920"/>
              <a:gd name="csY0" fmla="*/ 1737360 h 1737360"/>
              <a:gd name="csX1" fmla="*/ 0 w 502920"/>
              <a:gd name="csY1" fmla="*/ 1287780 h 1737360"/>
              <a:gd name="csX2" fmla="*/ 476250 w 502920"/>
              <a:gd name="csY2" fmla="*/ 0 h 1737360"/>
              <a:gd name="csX3" fmla="*/ 495300 w 502920"/>
              <a:gd name="csY3" fmla="*/ 38100 h 1737360"/>
              <a:gd name="csX4" fmla="*/ 502920 w 502920"/>
              <a:gd name="csY4" fmla="*/ 118110 h 1737360"/>
              <a:gd name="csX5" fmla="*/ 491490 w 502920"/>
              <a:gd name="csY5" fmla="*/ 247650 h 1737360"/>
              <a:gd name="csX6" fmla="*/ 445770 w 502920"/>
              <a:gd name="csY6" fmla="*/ 537210 h 1737360"/>
              <a:gd name="csX7" fmla="*/ 175260 w 502920"/>
              <a:gd name="csY7" fmla="*/ 1737360 h 1737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02920" h="1737360">
                <a:moveTo>
                  <a:pt x="175260" y="1737360"/>
                </a:moveTo>
                <a:lnTo>
                  <a:pt x="0" y="1287780"/>
                </a:lnTo>
                <a:lnTo>
                  <a:pt x="476250" y="0"/>
                </a:lnTo>
                <a:lnTo>
                  <a:pt x="495300" y="38100"/>
                </a:lnTo>
                <a:lnTo>
                  <a:pt x="502920" y="118110"/>
                </a:lnTo>
                <a:lnTo>
                  <a:pt x="491490" y="247650"/>
                </a:lnTo>
                <a:lnTo>
                  <a:pt x="445770" y="537210"/>
                </a:lnTo>
                <a:lnTo>
                  <a:pt x="175260" y="173736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C3C0132D-84DF-0D57-6209-1C836E587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342" t="-12941" r="-11827" b="-6883"/>
          <a:stretch>
            <a:fillRect/>
          </a:stretch>
        </p:blipFill>
        <p:spPr>
          <a:xfrm>
            <a:off x="7996028" y="-365759"/>
            <a:ext cx="6055252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1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65D6A4-2F0E-B273-4746-077A37E6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542" y="0"/>
            <a:ext cx="5816916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F4CA36-FE93-9C73-74E6-E62FF12E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930" y="0"/>
            <a:ext cx="5944139" cy="51435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535DAF7-B1FA-365A-70B5-425475D9C217}"/>
              </a:ext>
            </a:extLst>
          </p:cNvPr>
          <p:cNvCxnSpPr/>
          <p:nvPr/>
        </p:nvCxnSpPr>
        <p:spPr>
          <a:xfrm>
            <a:off x="2728332" y="1628078"/>
            <a:ext cx="0" cy="181393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70C22F71-501F-6A2D-018C-059BD4105F05}"/>
              </a:ext>
            </a:extLst>
          </p:cNvPr>
          <p:cNvSpPr txBox="1"/>
          <p:nvPr/>
        </p:nvSpPr>
        <p:spPr>
          <a:xfrm rot="16200000">
            <a:off x="2430337" y="2387083"/>
            <a:ext cx="61433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0070C0"/>
                </a:solidFill>
              </a:rPr>
              <a:t>hora</a:t>
            </a:r>
          </a:p>
        </p:txBody>
      </p:sp>
      <p:sp>
        <p:nvSpPr>
          <p:cNvPr id="9" name="Cruz 8">
            <a:extLst>
              <a:ext uri="{FF2B5EF4-FFF2-40B4-BE49-F238E27FC236}">
                <a16:creationId xmlns:a16="http://schemas.microsoft.com/office/drawing/2014/main" id="{FB52FE28-1DF2-8EA7-E21D-FB3641B0C698}"/>
              </a:ext>
            </a:extLst>
          </p:cNvPr>
          <p:cNvSpPr/>
          <p:nvPr/>
        </p:nvSpPr>
        <p:spPr>
          <a:xfrm rot="2458238">
            <a:off x="2926921" y="3550890"/>
            <a:ext cx="965008" cy="938300"/>
          </a:xfrm>
          <a:prstGeom prst="plus">
            <a:avLst>
              <a:gd name="adj" fmla="val 486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ruz 9">
            <a:extLst>
              <a:ext uri="{FF2B5EF4-FFF2-40B4-BE49-F238E27FC236}">
                <a16:creationId xmlns:a16="http://schemas.microsoft.com/office/drawing/2014/main" id="{EC6570C2-0DB1-5EAE-C378-B08D167AC01A}"/>
              </a:ext>
            </a:extLst>
          </p:cNvPr>
          <p:cNvSpPr/>
          <p:nvPr/>
        </p:nvSpPr>
        <p:spPr>
          <a:xfrm rot="2458238">
            <a:off x="6209096" y="3643454"/>
            <a:ext cx="965008" cy="938300"/>
          </a:xfrm>
          <a:prstGeom prst="plus">
            <a:avLst>
              <a:gd name="adj" fmla="val 486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ruz 10">
            <a:extLst>
              <a:ext uri="{FF2B5EF4-FFF2-40B4-BE49-F238E27FC236}">
                <a16:creationId xmlns:a16="http://schemas.microsoft.com/office/drawing/2014/main" id="{E5E63DE1-A36F-2C5F-AE44-9DC3BF8606C5}"/>
              </a:ext>
            </a:extLst>
          </p:cNvPr>
          <p:cNvSpPr/>
          <p:nvPr/>
        </p:nvSpPr>
        <p:spPr>
          <a:xfrm rot="2458238">
            <a:off x="4568008" y="3556492"/>
            <a:ext cx="965008" cy="938300"/>
          </a:xfrm>
          <a:prstGeom prst="plus">
            <a:avLst>
              <a:gd name="adj" fmla="val 486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Gráfico 11" descr="Alejarse separando los dedos contorno">
            <a:extLst>
              <a:ext uri="{FF2B5EF4-FFF2-40B4-BE49-F238E27FC236}">
                <a16:creationId xmlns:a16="http://schemas.microsoft.com/office/drawing/2014/main" id="{56ED866D-62C4-77F5-27B1-D9AB7507B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3757" y="1688434"/>
            <a:ext cx="593413" cy="59341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A14D827-E6B7-1F70-8C4F-CBE0C731B88C}"/>
              </a:ext>
            </a:extLst>
          </p:cNvPr>
          <p:cNvSpPr txBox="1"/>
          <p:nvPr/>
        </p:nvSpPr>
        <p:spPr>
          <a:xfrm>
            <a:off x="4500075" y="2281847"/>
            <a:ext cx="27495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FF0000"/>
                </a:solidFill>
              </a:rPr>
              <a:t>Aunque aparece la mano no se desplaza ni se ubica en un nuevo espacio. </a:t>
            </a:r>
          </a:p>
          <a:p>
            <a:r>
              <a:rPr lang="es-CO" sz="1200" dirty="0">
                <a:solidFill>
                  <a:srgbClr val="FF0000"/>
                </a:solidFill>
              </a:rPr>
              <a:t>No es funcional la aplicación de desplazamiento manual, no parece modificarse la lógica de datos en esta </a:t>
            </a:r>
            <a:r>
              <a:rPr lang="es-CO" sz="1200" dirty="0" err="1">
                <a:solidFill>
                  <a:srgbClr val="FF0000"/>
                </a:solidFill>
              </a:rPr>
              <a:t>funcion</a:t>
            </a:r>
            <a:r>
              <a:rPr lang="es-CO" sz="12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62160AE-FE10-25A4-4198-BFDB668DD5FB}"/>
              </a:ext>
            </a:extLst>
          </p:cNvPr>
          <p:cNvSpPr txBox="1"/>
          <p:nvPr/>
        </p:nvSpPr>
        <p:spPr>
          <a:xfrm>
            <a:off x="3728907" y="4413636"/>
            <a:ext cx="27495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0070C0"/>
                </a:solidFill>
              </a:rPr>
              <a:t>Espacio no utilizado, parece bloqueado</a:t>
            </a:r>
          </a:p>
        </p:txBody>
      </p:sp>
    </p:spTree>
    <p:extLst>
      <p:ext uri="{BB962C8B-B14F-4D97-AF65-F5344CB8AC3E}">
        <p14:creationId xmlns:p14="http://schemas.microsoft.com/office/powerpoint/2010/main" val="402714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E84A6A-576D-156B-9964-2FF9B4A76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89" y="0"/>
            <a:ext cx="5823731" cy="5143500"/>
          </a:xfrm>
          <a:prstGeom prst="rect">
            <a:avLst/>
          </a:prstGeom>
        </p:spPr>
      </p:pic>
      <p:pic>
        <p:nvPicPr>
          <p:cNvPr id="8" name="Gráfico 7" descr="Alejarse separando los dedos contorno">
            <a:extLst>
              <a:ext uri="{FF2B5EF4-FFF2-40B4-BE49-F238E27FC236}">
                <a16:creationId xmlns:a16="http://schemas.microsoft.com/office/drawing/2014/main" id="{F7CAE64E-10E1-F498-871C-8D672F7EE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0644" y="4310876"/>
            <a:ext cx="576146" cy="576146"/>
          </a:xfrm>
          <a:prstGeom prst="rect">
            <a:avLst/>
          </a:prstGeom>
        </p:spPr>
      </p:pic>
      <p:sp>
        <p:nvSpPr>
          <p:cNvPr id="9" name="Globo: flecha hacia abajo 8">
            <a:extLst>
              <a:ext uri="{FF2B5EF4-FFF2-40B4-BE49-F238E27FC236}">
                <a16:creationId xmlns:a16="http://schemas.microsoft.com/office/drawing/2014/main" id="{9640576A-4928-083E-3749-049155F025BD}"/>
              </a:ext>
            </a:extLst>
          </p:cNvPr>
          <p:cNvSpPr/>
          <p:nvPr/>
        </p:nvSpPr>
        <p:spPr>
          <a:xfrm>
            <a:off x="7102494" y="1577898"/>
            <a:ext cx="368822" cy="3021051"/>
          </a:xfrm>
          <a:prstGeom prst="downArrowCallout">
            <a:avLst>
              <a:gd name="adj1" fmla="val 8740"/>
              <a:gd name="adj2" fmla="val 12805"/>
              <a:gd name="adj3" fmla="val 29878"/>
              <a:gd name="adj4" fmla="val 166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7655BAE-C76D-617E-CD90-39832B07D1E8}"/>
              </a:ext>
            </a:extLst>
          </p:cNvPr>
          <p:cNvSpPr txBox="1"/>
          <p:nvPr/>
        </p:nvSpPr>
        <p:spPr>
          <a:xfrm>
            <a:off x="5114046" y="2835859"/>
            <a:ext cx="2144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FF0000"/>
                </a:solidFill>
              </a:rPr>
              <a:t>Aunque aparece la mano no se desplaza ni se ubica en un nuevo espacio. </a:t>
            </a:r>
          </a:p>
          <a:p>
            <a:r>
              <a:rPr lang="es-CO" sz="1200" dirty="0">
                <a:solidFill>
                  <a:srgbClr val="FF0000"/>
                </a:solidFill>
              </a:rPr>
              <a:t>No es funcional la aplicación de desplazamiento manual, no parece modificarse la lógica de datos en esta </a:t>
            </a:r>
            <a:r>
              <a:rPr lang="es-CO" sz="1200" dirty="0" err="1">
                <a:solidFill>
                  <a:srgbClr val="FF0000"/>
                </a:solidFill>
              </a:rPr>
              <a:t>funcion</a:t>
            </a:r>
            <a:r>
              <a:rPr lang="es-CO" sz="1200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11" name="Flecha: a la izquierda y derecha 10">
            <a:extLst>
              <a:ext uri="{FF2B5EF4-FFF2-40B4-BE49-F238E27FC236}">
                <a16:creationId xmlns:a16="http://schemas.microsoft.com/office/drawing/2014/main" id="{B64AA397-21FD-6ABD-D4FA-4288CF182739}"/>
              </a:ext>
            </a:extLst>
          </p:cNvPr>
          <p:cNvSpPr/>
          <p:nvPr/>
        </p:nvSpPr>
        <p:spPr>
          <a:xfrm rot="5400000">
            <a:off x="5574680" y="1666177"/>
            <a:ext cx="841918" cy="18585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925EE0B-A366-EF4F-F164-D1B8AF07D5F7}"/>
              </a:ext>
            </a:extLst>
          </p:cNvPr>
          <p:cNvSpPr txBox="1"/>
          <p:nvPr/>
        </p:nvSpPr>
        <p:spPr>
          <a:xfrm>
            <a:off x="4572000" y="1338145"/>
            <a:ext cx="13492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solidFill>
                  <a:srgbClr val="FF0000"/>
                </a:solidFill>
              </a:rPr>
              <a:t>Optimizar espacio</a:t>
            </a:r>
            <a:endParaRPr lang="es-CO" sz="1200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8510B53-2B1F-CDDA-FC0A-249DA921F515}"/>
              </a:ext>
            </a:extLst>
          </p:cNvPr>
          <p:cNvCxnSpPr/>
          <p:nvPr/>
        </p:nvCxnSpPr>
        <p:spPr>
          <a:xfrm>
            <a:off x="3902927" y="1615144"/>
            <a:ext cx="0" cy="29838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D9E0019-3D99-9E0B-B051-F7C6687471AB}"/>
              </a:ext>
            </a:extLst>
          </p:cNvPr>
          <p:cNvCxnSpPr/>
          <p:nvPr/>
        </p:nvCxnSpPr>
        <p:spPr>
          <a:xfrm>
            <a:off x="4493941" y="1596520"/>
            <a:ext cx="0" cy="29838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A3AB85F-E47C-3046-EE03-56C4F9165C3A}"/>
              </a:ext>
            </a:extLst>
          </p:cNvPr>
          <p:cNvCxnSpPr/>
          <p:nvPr/>
        </p:nvCxnSpPr>
        <p:spPr>
          <a:xfrm>
            <a:off x="5103542" y="1615144"/>
            <a:ext cx="0" cy="29838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45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639AB0F8-2338-4885-5392-F3D99DC6C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699" y="1756898"/>
            <a:ext cx="1424686" cy="127222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AB55AE4-EC0D-A27D-56CD-83CABC630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23" t="38055" r="16585" b="38328"/>
          <a:stretch>
            <a:fillRect/>
          </a:stretch>
        </p:blipFill>
        <p:spPr>
          <a:xfrm>
            <a:off x="1539371" y="5299829"/>
            <a:ext cx="6626494" cy="130278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5531EB-2292-8B9C-CB3C-75407DB3AB73}"/>
              </a:ext>
            </a:extLst>
          </p:cNvPr>
          <p:cNvSpPr txBox="1"/>
          <p:nvPr/>
        </p:nvSpPr>
        <p:spPr>
          <a:xfrm>
            <a:off x="1943196" y="1608182"/>
            <a:ext cx="29094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600" dirty="0">
                <a:latin typeface="Bodoni MT Condensed" panose="02070606080606020203" pitchFamily="18" charset="0"/>
                <a:ea typeface="Wandohope" panose="020B0503020000020004" pitchFamily="18" charset="-128"/>
              </a:rPr>
              <a:t>SALON</a:t>
            </a:r>
            <a:endParaRPr lang="es-CO" sz="9600" dirty="0">
              <a:solidFill>
                <a:srgbClr val="00B050"/>
              </a:solidFill>
              <a:latin typeface="Bodoni MT Condensed" panose="02070606080606020203" pitchFamily="18" charset="0"/>
              <a:ea typeface="Wandohope" panose="020B0503020000020004" pitchFamily="18" charset="-128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D44480-1A90-1608-9B71-A85ECCE68AC2}"/>
              </a:ext>
            </a:extLst>
          </p:cNvPr>
          <p:cNvSpPr txBox="1"/>
          <p:nvPr/>
        </p:nvSpPr>
        <p:spPr>
          <a:xfrm>
            <a:off x="6036899" y="1608182"/>
            <a:ext cx="16838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600" dirty="0">
                <a:solidFill>
                  <a:srgbClr val="00B050"/>
                </a:solidFill>
                <a:latin typeface="Bodoni MT Condensed" panose="02070606080606020203" pitchFamily="18" charset="0"/>
                <a:ea typeface="Wandohope" panose="020B0503020000020004" pitchFamily="18" charset="-128"/>
              </a:rPr>
              <a:t>PRO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ADD702-40CD-6897-9084-07CDBDC681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935" t="11991" r="7995" b="26853"/>
          <a:stretch>
            <a:fillRect/>
          </a:stretch>
        </p:blipFill>
        <p:spPr>
          <a:xfrm>
            <a:off x="699749" y="-35837"/>
            <a:ext cx="5737956" cy="156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2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F6EC7B-BEC4-E5B4-D74D-A49100259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91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02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09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116</Words>
  <Application>Microsoft Office PowerPoint</Application>
  <PresentationFormat>Presentación en pantalla (16:9)</PresentationFormat>
  <Paragraphs>15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Bodoni MT Condensed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Urquina</dc:creator>
  <cp:lastModifiedBy>Hugo Urquina</cp:lastModifiedBy>
  <cp:revision>3</cp:revision>
  <dcterms:created xsi:type="dcterms:W3CDTF">2026-05-18T18:03:01Z</dcterms:created>
  <dcterms:modified xsi:type="dcterms:W3CDTF">2026-05-22T17:21:31Z</dcterms:modified>
</cp:coreProperties>
</file>